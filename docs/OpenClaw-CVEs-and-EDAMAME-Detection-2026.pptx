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4"/>
  </p:sldMasterIdLst>
  <p:notesMasterIdLst>
    <p:notesMasterId r:id="rId22"/>
  </p:notesMasterIdLst>
  <p:sldIdLst>
    <p:sldId id="256" r:id="rId21"/>
    <p:sldId id="257" r:id="rId20"/>
    <p:sldId id="258" r:id="rId19"/>
    <p:sldId id="259" r:id="rId18"/>
    <p:sldId id="260" r:id="rId17"/>
    <p:sldId id="261" r:id="rId16"/>
    <p:sldId id="262" r:id="rId15"/>
    <p:sldId id="263" r:id="rId14"/>
    <p:sldId id="264" r:id="rId13"/>
    <p:sldId id="265" r:id="rId12"/>
    <p:sldId id="266" r:id="rId11"/>
    <p:sldId id="267" r:id="rId10"/>
  </p:sldIdLst>
  <p:sldSz cx="14630400" cy="8229600"/>
  <p:notesSz cx="8229600" cy="14630400"/>
  <p:embeddedFontLst>
    <p:embeddedFont>
      <p:font typeface="Roboto" panose="02000000000000000000" pitchFamily="2" charset="0"/>
      <p:regular r:id="rId23"/>
      <p:bold r:id="rId24"/>
      <p:italic r:id="rId25"/>
      <p:boldItalic r:id="rId26"/>
    </p:embeddedFont>
    <p:embeddedFont>
      <p:font typeface="Roboto Mono" pitchFamily="49" charset="0"/>
      <p:regular r:id="rId27"/>
      <p:bold r:id="rId28"/>
      <p:italic r:id="rId29"/>
      <p:boldItalic r:id="rId30"/>
    </p:embeddedFont>
    <p:embeddedFont>
      <p:font typeface="Roboto Mono Medium" panose="00000009000000000000" pitchFamily="49" charset="0"/>
      <p:regular r:id="rId31"/>
      <p:italic r:id="rId32"/>
    </p:embeddedFont>
  </p:embeddedFontLst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57F356-82CC-2D4D-86F2-0208E96E2B22}" v="3" dt="2026-03-01T16:20:20.1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7"/>
    <p:restoredTop sz="94647"/>
  </p:normalViewPr>
  <p:slideViewPr>
    <p:cSldViewPr snapToGrid="0">
      <p:cViewPr varScale="1">
        <p:scale>
          <a:sx n="109" d="100"/>
          <a:sy n="109" d="100"/>
        </p:scale>
        <p:origin x="3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12.xml"/><Relationship Id="rId11" Type="http://schemas.openxmlformats.org/officeDocument/2006/relationships/slide" Target="slides/slide11.xml"/><Relationship Id="rId12" Type="http://schemas.openxmlformats.org/officeDocument/2006/relationships/slide" Target="slides/slide10.xml"/><Relationship Id="rId13" Type="http://schemas.openxmlformats.org/officeDocument/2006/relationships/slide" Target="slides/slide9.xml"/><Relationship Id="rId14" Type="http://schemas.openxmlformats.org/officeDocument/2006/relationships/slide" Target="slides/slide8.xml"/><Relationship Id="rId15" Type="http://schemas.openxmlformats.org/officeDocument/2006/relationships/slide" Target="slides/slide7.xml"/><Relationship Id="rId16" Type="http://schemas.openxmlformats.org/officeDocument/2006/relationships/slide" Target="slides/slide6.xml"/><Relationship Id="rId17" Type="http://schemas.openxmlformats.org/officeDocument/2006/relationships/slide" Target="slides/slide5.xml"/><Relationship Id="rId18" Type="http://schemas.openxmlformats.org/officeDocument/2006/relationships/slide" Target="slides/slide4.xml"/><Relationship Id="rId19" Type="http://schemas.openxmlformats.org/officeDocument/2006/relationships/slide" Target="slides/slide3.xml"/><Relationship Id="rId20" Type="http://schemas.openxmlformats.org/officeDocument/2006/relationships/slide" Target="slides/slide2.xml"/><Relationship Id="rId21" Type="http://schemas.openxmlformats.org/officeDocument/2006/relationships/slide" Target="slides/slide1.xml"/><Relationship Id="rId22" Type="http://schemas.openxmlformats.org/officeDocument/2006/relationships/notesMaster" Target="notesMasters/notesMaster1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Relationship Id="rId27" Type="http://schemas.openxmlformats.org/officeDocument/2006/relationships/font" Target="fonts/font5.fntdata"/><Relationship Id="rId28" Type="http://schemas.openxmlformats.org/officeDocument/2006/relationships/font" Target="fonts/font6.fntdata"/><Relationship Id="rId29" Type="http://schemas.openxmlformats.org/officeDocument/2006/relationships/font" Target="fonts/font7.fntdata"/><Relationship Id="rId30" Type="http://schemas.openxmlformats.org/officeDocument/2006/relationships/font" Target="fonts/font8.fntdata"/><Relationship Id="rId31" Type="http://schemas.openxmlformats.org/officeDocument/2006/relationships/font" Target="fonts/font9.fntdata"/><Relationship Id="rId32" Type="http://schemas.openxmlformats.org/officeDocument/2006/relationships/font" Target="fonts/font10.fntdata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microsoft.com/office/2016/11/relationships/changesInfo" Target="changesInfos/changesInfo1.xml"/><Relationship Id="rId3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k Lyonnet" userId="9ff15e57-4110-4eaa-ad20-7feda7903fac" providerId="ADAL" clId="{005EF6A9-1F73-5963-9DD4-7385F346CCCE}"/>
    <pc:docChg chg="undo custSel addSld delSld modSld sldOrd">
      <pc:chgData name="Frank Lyonnet" userId="9ff15e57-4110-4eaa-ad20-7feda7903fac" providerId="ADAL" clId="{005EF6A9-1F73-5963-9DD4-7385F346CCCE}" dt="2026-03-10T12:11:39.834" v="568" actId="20577"/>
      <pc:docMkLst>
        <pc:docMk/>
      </pc:docMkLst>
      <pc:sldChg chg="modSp mod">
        <pc:chgData name="Frank Lyonnet" userId="9ff15e57-4110-4eaa-ad20-7feda7903fac" providerId="ADAL" clId="{005EF6A9-1F73-5963-9DD4-7385F346CCCE}" dt="2026-03-10T12:10:12.806" v="544" actId="20577"/>
        <pc:sldMkLst>
          <pc:docMk/>
          <pc:sldMk cId="2224926334" sldId="540"/>
        </pc:sldMkLst>
        <pc:spChg chg="mod">
          <ac:chgData name="Frank Lyonnet" userId="9ff15e57-4110-4eaa-ad20-7feda7903fac" providerId="ADAL" clId="{005EF6A9-1F73-5963-9DD4-7385F346CCCE}" dt="2026-03-10T12:10:12.806" v="544" actId="20577"/>
          <ac:spMkLst>
            <pc:docMk/>
            <pc:sldMk cId="2224926334" sldId="540"/>
            <ac:spMk id="15" creationId="{6A6D20EC-5581-4C52-7388-D00AA6F046FB}"/>
          </ac:spMkLst>
        </pc:spChg>
      </pc:sldChg>
      <pc:sldChg chg="modSp add mod ord">
        <pc:chgData name="Frank Lyonnet" userId="9ff15e57-4110-4eaa-ad20-7feda7903fac" providerId="ADAL" clId="{005EF6A9-1F73-5963-9DD4-7385F346CCCE}" dt="2026-03-10T12:11:39.834" v="568" actId="20577"/>
        <pc:sldMkLst>
          <pc:docMk/>
          <pc:sldMk cId="0" sldId="550"/>
        </pc:sldMkLst>
        <pc:spChg chg="mod">
          <ac:chgData name="Frank Lyonnet" userId="9ff15e57-4110-4eaa-ad20-7feda7903fac" providerId="ADAL" clId="{005EF6A9-1F73-5963-9DD4-7385F346CCCE}" dt="2026-03-10T12:11:39.834" v="568" actId="20577"/>
          <ac:spMkLst>
            <pc:docMk/>
            <pc:sldMk cId="0" sldId="550"/>
            <ac:spMk id="4" creationId="{00000000-0000-0000-0000-000000000000}"/>
          </ac:spMkLst>
        </pc:spChg>
      </pc:sldChg>
      <pc:sldChg chg="add">
        <pc:chgData name="Frank Lyonnet" userId="9ff15e57-4110-4eaa-ad20-7feda7903fac" providerId="ADAL" clId="{005EF6A9-1F73-5963-9DD4-7385F346CCCE}" dt="2026-03-01T16:20:20.139" v="533"/>
        <pc:sldMkLst>
          <pc:docMk/>
          <pc:sldMk cId="2842072603" sldId="551"/>
        </pc:sldMkLst>
      </pc:sldChg>
    </pc:docChg>
  </pc:docChgLst>
  <pc:docChgLst>
    <pc:chgData name="Frank Lyonnet" userId="9ff15e57-4110-4eaa-ad20-7feda7903fac" providerId="ADAL" clId="{263A1535-2D4C-5AF1-8273-05E1C5CCAAAA}"/>
    <pc:docChg chg="undo custSel addSld delSld modSld">
      <pc:chgData name="Frank Lyonnet" userId="9ff15e57-4110-4eaa-ad20-7feda7903fac" providerId="ADAL" clId="{263A1535-2D4C-5AF1-8273-05E1C5CCAAAA}" dt="2026-02-26T12:56:59.642" v="1086" actId="20577"/>
      <pc:docMkLst>
        <pc:docMk/>
      </pc:docMkLst>
      <pc:sldChg chg="modSp add del mod">
        <pc:chgData name="Frank Lyonnet" userId="9ff15e57-4110-4eaa-ad20-7feda7903fac" providerId="ADAL" clId="{263A1535-2D4C-5AF1-8273-05E1C5CCAAAA}" dt="2026-02-24T14:53:40.555" v="1082"/>
        <pc:sldMkLst>
          <pc:docMk/>
          <pc:sldMk cId="0" sldId="258"/>
        </pc:sldMkLst>
        <pc:spChg chg="mod">
          <ac:chgData name="Frank Lyonnet" userId="9ff15e57-4110-4eaa-ad20-7feda7903fac" providerId="ADAL" clId="{263A1535-2D4C-5AF1-8273-05E1C5CCAAAA}" dt="2026-02-23T05:09:17.915" v="875" actId="1036"/>
          <ac:spMkLst>
            <pc:docMk/>
            <pc:sldMk cId="0" sldId="258"/>
            <ac:spMk id="5" creationId="{00000000-0000-0000-0000-000000000000}"/>
          </ac:spMkLst>
        </pc:spChg>
        <pc:spChg chg="mod">
          <ac:chgData name="Frank Lyonnet" userId="9ff15e57-4110-4eaa-ad20-7feda7903fac" providerId="ADAL" clId="{263A1535-2D4C-5AF1-8273-05E1C5CCAAAA}" dt="2026-02-23T05:08:39.245" v="864" actId="1037"/>
          <ac:spMkLst>
            <pc:docMk/>
            <pc:sldMk cId="0" sldId="258"/>
            <ac:spMk id="8" creationId="{00000000-0000-0000-0000-000000000000}"/>
          </ac:spMkLst>
        </pc:spChg>
        <pc:spChg chg="mod">
          <ac:chgData name="Frank Lyonnet" userId="9ff15e57-4110-4eaa-ad20-7feda7903fac" providerId="ADAL" clId="{263A1535-2D4C-5AF1-8273-05E1C5CCAAAA}" dt="2026-02-23T05:09:08.965" v="873" actId="1036"/>
          <ac:spMkLst>
            <pc:docMk/>
            <pc:sldMk cId="0" sldId="258"/>
            <ac:spMk id="9" creationId="{00000000-0000-0000-0000-000000000000}"/>
          </ac:spMkLst>
        </pc:spChg>
        <pc:spChg chg="mod">
          <ac:chgData name="Frank Lyonnet" userId="9ff15e57-4110-4eaa-ad20-7feda7903fac" providerId="ADAL" clId="{263A1535-2D4C-5AF1-8273-05E1C5CCAAAA}" dt="2026-02-23T05:08:39.245" v="864" actId="103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Frank Lyonnet" userId="9ff15e57-4110-4eaa-ad20-7feda7903fac" providerId="ADAL" clId="{263A1535-2D4C-5AF1-8273-05E1C5CCAAAA}" dt="2026-02-23T05:08:29.606" v="856" actId="14100"/>
          <ac:spMkLst>
            <pc:docMk/>
            <pc:sldMk cId="0" sldId="258"/>
            <ac:spMk id="11" creationId="{00000000-0000-0000-0000-000000000000}"/>
          </ac:spMkLst>
        </pc:spChg>
        <pc:spChg chg="mod">
          <ac:chgData name="Frank Lyonnet" userId="9ff15e57-4110-4eaa-ad20-7feda7903fac" providerId="ADAL" clId="{263A1535-2D4C-5AF1-8273-05E1C5CCAAAA}" dt="2026-02-23T05:10:18.986" v="900" actId="14100"/>
          <ac:spMkLst>
            <pc:docMk/>
            <pc:sldMk cId="0" sldId="258"/>
            <ac:spMk id="15" creationId="{00000000-0000-0000-0000-000000000000}"/>
          </ac:spMkLst>
        </pc:spChg>
      </pc:sldChg>
      <pc:sldChg chg="modSp add del mod">
        <pc:chgData name="Frank Lyonnet" userId="9ff15e57-4110-4eaa-ad20-7feda7903fac" providerId="ADAL" clId="{263A1535-2D4C-5AF1-8273-05E1C5CCAAAA}" dt="2026-02-24T14:53:40.555" v="1082"/>
        <pc:sldMkLst>
          <pc:docMk/>
          <pc:sldMk cId="566590821" sldId="264"/>
        </pc:sldMkLst>
      </pc:sldChg>
      <pc:sldChg chg="modSp add del mod">
        <pc:chgData name="Frank Lyonnet" userId="9ff15e57-4110-4eaa-ad20-7feda7903fac" providerId="ADAL" clId="{263A1535-2D4C-5AF1-8273-05E1C5CCAAAA}" dt="2026-02-24T14:53:40.555" v="1082"/>
        <pc:sldMkLst>
          <pc:docMk/>
          <pc:sldMk cId="2504497034" sldId="280"/>
        </pc:sldMkLst>
        <pc:spChg chg="mod">
          <ac:chgData name="Frank Lyonnet" userId="9ff15e57-4110-4eaa-ad20-7feda7903fac" providerId="ADAL" clId="{263A1535-2D4C-5AF1-8273-05E1C5CCAAAA}" dt="2026-02-23T05:14:55.281" v="967" actId="27636"/>
          <ac:spMkLst>
            <pc:docMk/>
            <pc:sldMk cId="2504497034" sldId="280"/>
            <ac:spMk id="7" creationId="{C8660B11-877F-2DA4-98D8-14B4BCA2339B}"/>
          </ac:spMkLst>
        </pc:spChg>
        <pc:spChg chg="mod">
          <ac:chgData name="Frank Lyonnet" userId="9ff15e57-4110-4eaa-ad20-7feda7903fac" providerId="ADAL" clId="{263A1535-2D4C-5AF1-8273-05E1C5CCAAAA}" dt="2026-02-23T05:18:50.996" v="980" actId="20577"/>
          <ac:spMkLst>
            <pc:docMk/>
            <pc:sldMk cId="2504497034" sldId="280"/>
            <ac:spMk id="40" creationId="{E75B680A-5F6A-3564-6E40-856CABA8D9D4}"/>
          </ac:spMkLst>
        </pc:spChg>
      </pc:sldChg>
      <pc:sldChg chg="modSp mod">
        <pc:chgData name="Frank Lyonnet" userId="9ff15e57-4110-4eaa-ad20-7feda7903fac" providerId="ADAL" clId="{263A1535-2D4C-5AF1-8273-05E1C5CCAAAA}" dt="2026-02-13T11:25:07.730" v="4" actId="27636"/>
        <pc:sldMkLst>
          <pc:docMk/>
          <pc:sldMk cId="4122552435" sldId="510"/>
        </pc:sldMkLst>
        <pc:spChg chg="mod">
          <ac:chgData name="Frank Lyonnet" userId="9ff15e57-4110-4eaa-ad20-7feda7903fac" providerId="ADAL" clId="{263A1535-2D4C-5AF1-8273-05E1C5CCAAAA}" dt="2026-02-13T11:25:07.730" v="4" actId="27636"/>
          <ac:spMkLst>
            <pc:docMk/>
            <pc:sldMk cId="4122552435" sldId="510"/>
            <ac:spMk id="3" creationId="{39457FB0-1FCC-610A-ED50-A59ED2FB333E}"/>
          </ac:spMkLst>
        </pc:spChg>
      </pc:sldChg>
      <pc:sldChg chg="modSp add del mod">
        <pc:chgData name="Frank Lyonnet" userId="9ff15e57-4110-4eaa-ad20-7feda7903fac" providerId="ADAL" clId="{263A1535-2D4C-5AF1-8273-05E1C5CCAAAA}" dt="2026-02-24T14:53:40.555" v="1082"/>
        <pc:sldMkLst>
          <pc:docMk/>
          <pc:sldMk cId="1519981882" sldId="535"/>
        </pc:sldMkLst>
      </pc:sldChg>
      <pc:sldChg chg="modSp add del mod">
        <pc:chgData name="Frank Lyonnet" userId="9ff15e57-4110-4eaa-ad20-7feda7903fac" providerId="ADAL" clId="{263A1535-2D4C-5AF1-8273-05E1C5CCAAAA}" dt="2026-02-24T14:53:40.555" v="1082"/>
        <pc:sldMkLst>
          <pc:docMk/>
          <pc:sldMk cId="1798789798" sldId="536"/>
        </pc:sldMkLst>
        <pc:spChg chg="mod">
          <ac:chgData name="Frank Lyonnet" userId="9ff15e57-4110-4eaa-ad20-7feda7903fac" providerId="ADAL" clId="{263A1535-2D4C-5AF1-8273-05E1C5CCAAAA}" dt="2026-02-23T05:11:20.428" v="911" actId="1035"/>
          <ac:spMkLst>
            <pc:docMk/>
            <pc:sldMk cId="1798789798" sldId="536"/>
            <ac:spMk id="4" creationId="{C2FA0548-DB6D-3F2F-6E66-17E3045AADDE}"/>
          </ac:spMkLst>
        </pc:spChg>
        <pc:spChg chg="mod">
          <ac:chgData name="Frank Lyonnet" userId="9ff15e57-4110-4eaa-ad20-7feda7903fac" providerId="ADAL" clId="{263A1535-2D4C-5AF1-8273-05E1C5CCAAAA}" dt="2026-02-23T05:11:06.703" v="903" actId="14100"/>
          <ac:spMkLst>
            <pc:docMk/>
            <pc:sldMk cId="1798789798" sldId="536"/>
            <ac:spMk id="5" creationId="{3D6D0A8F-A7C5-DDF2-BF37-0E94B09D23CD}"/>
          </ac:spMkLst>
        </pc:spChg>
        <pc:spChg chg="mod">
          <ac:chgData name="Frank Lyonnet" userId="9ff15e57-4110-4eaa-ad20-7feda7903fac" providerId="ADAL" clId="{263A1535-2D4C-5AF1-8273-05E1C5CCAAAA}" dt="2026-02-23T05:11:06.703" v="903" actId="14100"/>
          <ac:spMkLst>
            <pc:docMk/>
            <pc:sldMk cId="1798789798" sldId="536"/>
            <ac:spMk id="8" creationId="{4B604D2A-43D0-2E93-ED82-63EC8D979D12}"/>
          </ac:spMkLst>
        </pc:spChg>
        <pc:spChg chg="mod">
          <ac:chgData name="Frank Lyonnet" userId="9ff15e57-4110-4eaa-ad20-7feda7903fac" providerId="ADAL" clId="{263A1535-2D4C-5AF1-8273-05E1C5CCAAAA}" dt="2026-02-23T05:11:06.703" v="903" actId="14100"/>
          <ac:spMkLst>
            <pc:docMk/>
            <pc:sldMk cId="1798789798" sldId="536"/>
            <ac:spMk id="11" creationId="{0F879123-986A-1D47-4706-9DA9FDA4B1C4}"/>
          </ac:spMkLst>
        </pc:spChg>
        <pc:spChg chg="mod">
          <ac:chgData name="Frank Lyonnet" userId="9ff15e57-4110-4eaa-ad20-7feda7903fac" providerId="ADAL" clId="{263A1535-2D4C-5AF1-8273-05E1C5CCAAAA}" dt="2026-02-23T05:11:06.703" v="903" actId="14100"/>
          <ac:spMkLst>
            <pc:docMk/>
            <pc:sldMk cId="1798789798" sldId="536"/>
            <ac:spMk id="14" creationId="{A3FC538C-528A-A3C2-EC7C-3FBEA1958D87}"/>
          </ac:spMkLst>
        </pc:spChg>
        <pc:spChg chg="mod">
          <ac:chgData name="Frank Lyonnet" userId="9ff15e57-4110-4eaa-ad20-7feda7903fac" providerId="ADAL" clId="{263A1535-2D4C-5AF1-8273-05E1C5CCAAAA}" dt="2026-02-23T05:11:20.428" v="911" actId="1035"/>
          <ac:spMkLst>
            <pc:docMk/>
            <pc:sldMk cId="1798789798" sldId="536"/>
            <ac:spMk id="18" creationId="{B8AD5D24-E89B-A4D6-FFF1-6E1743C67937}"/>
          </ac:spMkLst>
        </pc:spChg>
      </pc:sldChg>
      <pc:sldChg chg="modSp add del mod">
        <pc:chgData name="Frank Lyonnet" userId="9ff15e57-4110-4eaa-ad20-7feda7903fac" providerId="ADAL" clId="{263A1535-2D4C-5AF1-8273-05E1C5CCAAAA}" dt="2026-02-24T14:53:40.555" v="1082"/>
        <pc:sldMkLst>
          <pc:docMk/>
          <pc:sldMk cId="320275876" sldId="537"/>
        </pc:sldMkLst>
        <pc:spChg chg="mod">
          <ac:chgData name="Frank Lyonnet" userId="9ff15e57-4110-4eaa-ad20-7feda7903fac" providerId="ADAL" clId="{263A1535-2D4C-5AF1-8273-05E1C5CCAAAA}" dt="2026-02-23T05:13:13.297" v="959" actId="1036"/>
          <ac:spMkLst>
            <pc:docMk/>
            <pc:sldMk cId="320275876" sldId="537"/>
            <ac:spMk id="19" creationId="{B0EA293C-D5F4-A92A-1152-A7BDC4C6CC9D}"/>
          </ac:spMkLst>
        </pc:spChg>
        <pc:spChg chg="mod">
          <ac:chgData name="Frank Lyonnet" userId="9ff15e57-4110-4eaa-ad20-7feda7903fac" providerId="ADAL" clId="{263A1535-2D4C-5AF1-8273-05E1C5CCAAAA}" dt="2026-02-23T05:13:13.297" v="959" actId="1036"/>
          <ac:spMkLst>
            <pc:docMk/>
            <pc:sldMk cId="320275876" sldId="537"/>
            <ac:spMk id="20" creationId="{C6D3A1A4-8AB6-68A7-05F9-F05CAD0B8A3A}"/>
          </ac:spMkLst>
        </pc:spChg>
        <pc:spChg chg="mod">
          <ac:chgData name="Frank Lyonnet" userId="9ff15e57-4110-4eaa-ad20-7feda7903fac" providerId="ADAL" clId="{263A1535-2D4C-5AF1-8273-05E1C5CCAAAA}" dt="2026-02-23T05:13:13.297" v="959" actId="1036"/>
          <ac:spMkLst>
            <pc:docMk/>
            <pc:sldMk cId="320275876" sldId="537"/>
            <ac:spMk id="21" creationId="{95014B69-7882-AF92-DBBA-2D9230AD2CE4}"/>
          </ac:spMkLst>
        </pc:spChg>
      </pc:sldChg>
      <pc:sldChg chg="modSp add del mod">
        <pc:chgData name="Frank Lyonnet" userId="9ff15e57-4110-4eaa-ad20-7feda7903fac" providerId="ADAL" clId="{263A1535-2D4C-5AF1-8273-05E1C5CCAAAA}" dt="2026-02-24T14:53:40.555" v="1082"/>
        <pc:sldMkLst>
          <pc:docMk/>
          <pc:sldMk cId="377568121" sldId="539"/>
        </pc:sldMkLst>
        <pc:spChg chg="mod">
          <ac:chgData name="Frank Lyonnet" userId="9ff15e57-4110-4eaa-ad20-7feda7903fac" providerId="ADAL" clId="{263A1535-2D4C-5AF1-8273-05E1C5CCAAAA}" dt="2026-02-23T05:14:46.392" v="962" actId="108"/>
          <ac:spMkLst>
            <pc:docMk/>
            <pc:sldMk cId="377568121" sldId="539"/>
            <ac:spMk id="15" creationId="{C47C3CDE-EF32-0AF6-9E24-B9E9F9E48A21}"/>
          </ac:spMkLst>
        </pc:spChg>
        <pc:spChg chg="mod">
          <ac:chgData name="Frank Lyonnet" userId="9ff15e57-4110-4eaa-ad20-7feda7903fac" providerId="ADAL" clId="{263A1535-2D4C-5AF1-8273-05E1C5CCAAAA}" dt="2026-02-23T05:15:14.572" v="976" actId="1036"/>
          <ac:spMkLst>
            <pc:docMk/>
            <pc:sldMk cId="377568121" sldId="539"/>
            <ac:spMk id="16" creationId="{4F2FF6F9-625F-4CC2-6429-E5F7AF1171F7}"/>
          </ac:spMkLst>
        </pc:spChg>
        <pc:spChg chg="mod">
          <ac:chgData name="Frank Lyonnet" userId="9ff15e57-4110-4eaa-ad20-7feda7903fac" providerId="ADAL" clId="{263A1535-2D4C-5AF1-8273-05E1C5CCAAAA}" dt="2026-02-23T05:15:49.122" v="977" actId="14100"/>
          <ac:spMkLst>
            <pc:docMk/>
            <pc:sldMk cId="377568121" sldId="539"/>
            <ac:spMk id="21" creationId="{59DD58C0-463B-F0F9-0888-6F88467EF832}"/>
          </ac:spMkLst>
        </pc:spChg>
      </pc:sldChg>
      <pc:sldChg chg="modSp add del mod">
        <pc:chgData name="Frank Lyonnet" userId="9ff15e57-4110-4eaa-ad20-7feda7903fac" providerId="ADAL" clId="{263A1535-2D4C-5AF1-8273-05E1C5CCAAAA}" dt="2026-02-24T14:53:40.555" v="1082"/>
        <pc:sldMkLst>
          <pc:docMk/>
          <pc:sldMk cId="2224926334" sldId="540"/>
        </pc:sldMkLst>
        <pc:spChg chg="mod">
          <ac:chgData name="Frank Lyonnet" userId="9ff15e57-4110-4eaa-ad20-7feda7903fac" providerId="ADAL" clId="{263A1535-2D4C-5AF1-8273-05E1C5CCAAAA}" dt="2026-02-23T05:22:41.797" v="1003" actId="20577"/>
          <ac:spMkLst>
            <pc:docMk/>
            <pc:sldMk cId="2224926334" sldId="540"/>
            <ac:spMk id="15" creationId="{6A6D20EC-5581-4C52-7388-D00AA6F046FB}"/>
          </ac:spMkLst>
        </pc:spChg>
      </pc:sldChg>
      <pc:sldChg chg="modSp add del mod">
        <pc:chgData name="Frank Lyonnet" userId="9ff15e57-4110-4eaa-ad20-7feda7903fac" providerId="ADAL" clId="{263A1535-2D4C-5AF1-8273-05E1C5CCAAAA}" dt="2026-02-24T14:53:40.555" v="1082"/>
        <pc:sldMkLst>
          <pc:docMk/>
          <pc:sldMk cId="2848987516" sldId="541"/>
        </pc:sldMkLst>
      </pc:sldChg>
      <pc:sldChg chg="modSp add del mod">
        <pc:chgData name="Frank Lyonnet" userId="9ff15e57-4110-4eaa-ad20-7feda7903fac" providerId="ADAL" clId="{263A1535-2D4C-5AF1-8273-05E1C5CCAAAA}" dt="2026-02-24T14:53:40.555" v="1082"/>
        <pc:sldMkLst>
          <pc:docMk/>
          <pc:sldMk cId="1700040075" sldId="542"/>
        </pc:sldMkLst>
      </pc:sldChg>
      <pc:sldChg chg="addSp modSp add del mod">
        <pc:chgData name="Frank Lyonnet" userId="9ff15e57-4110-4eaa-ad20-7feda7903fac" providerId="ADAL" clId="{263A1535-2D4C-5AF1-8273-05E1C5CCAAAA}" dt="2026-02-24T14:53:40.555" v="1082"/>
        <pc:sldMkLst>
          <pc:docMk/>
          <pc:sldMk cId="0" sldId="544"/>
        </pc:sldMkLst>
        <pc:spChg chg="mod">
          <ac:chgData name="Frank Lyonnet" userId="9ff15e57-4110-4eaa-ad20-7feda7903fac" providerId="ADAL" clId="{263A1535-2D4C-5AF1-8273-05E1C5CCAAAA}" dt="2026-02-23T05:05:56.743" v="822" actId="20577"/>
          <ac:spMkLst>
            <pc:docMk/>
            <pc:sldMk cId="0" sldId="544"/>
            <ac:spMk id="13" creationId="{C550A95A-85D4-099D-A0E9-D3C428B6B88B}"/>
          </ac:spMkLst>
        </pc:spChg>
      </pc:sldChg>
      <pc:sldChg chg="add">
        <pc:chgData name="Frank Lyonnet" userId="9ff15e57-4110-4eaa-ad20-7feda7903fac" providerId="ADAL" clId="{263A1535-2D4C-5AF1-8273-05E1C5CCAAAA}" dt="2026-02-24T14:53:40.555" v="1082"/>
        <pc:sldMkLst>
          <pc:docMk/>
          <pc:sldMk cId="4226037831" sldId="549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7524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054DB-BB16-8C9D-F695-1B1CF1FE87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49869" y="533812"/>
            <a:ext cx="8155459" cy="2594920"/>
          </a:xfrm>
        </p:spPr>
        <p:txBody>
          <a:bodyPr anchor="b">
            <a:normAutofit/>
          </a:bodyPr>
          <a:lstStyle>
            <a:lvl1pPr algn="l">
              <a:defRPr sz="528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D129B3-A8BB-769B-7890-F500D9A25C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49867" y="3447588"/>
            <a:ext cx="8155459" cy="1490172"/>
          </a:xfrm>
        </p:spPr>
        <p:txBody>
          <a:bodyPr>
            <a:normAutofit/>
          </a:bodyPr>
          <a:lstStyle>
            <a:lvl1pPr marL="0" indent="0" algn="l">
              <a:buNone/>
              <a:defRPr sz="210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AAB1E7A0-9E99-0824-739F-8BC5F9B3BE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5471572" cy="8207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220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D22A6-5F13-9BCE-EF9C-BCB510EF9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BE771-7E01-4C76-F397-97BB4AAB6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4CDB1-B969-8927-EE06-CFDE238C33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3F19C388-7CBE-6A46-9EFB-4447573808C9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A7C00-3990-9299-C1DA-0EF3899BA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4B1D4-A5C0-9897-86F2-41CB5BF63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40B0FFA5-B6B4-EC48-9BAF-26125A5A5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056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7B3C0-DE9D-AF3A-7632-92E576B99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377F16-70E3-508B-7519-CE736BF8C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75664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19A5F-B982-45F0-D0DA-4D364E725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8A511-E06A-38C2-2ACD-13E597A318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BAF920-D41E-7040-B1F1-0A17BA0D73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078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E15EB-3625-A44A-66C2-D2C232A32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96DD70-5C1E-D064-BF21-D36629245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CE721-80C2-645D-DA1A-09556007D0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589F28-8BFD-00C6-E450-6DBC666DB4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962532-ADBC-77D4-B4A7-1D233A9568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599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47080-C3C5-FA6D-EBEB-49AAF12C2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58" y="255272"/>
            <a:ext cx="13997353" cy="159067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945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2315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34DA6-8D3C-5B69-9F56-C1BCE0B0F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17BA7-E19B-B6C7-487B-055AE2C7C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C61F6C-FD7C-A525-29D6-77188969BC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96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92471-ABA9-3B37-1A07-0B8E66040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7D2B0C-FB2C-3BED-456F-0EB3F85895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4950C6-CD27-A6CF-9051-DCCE42BF1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83773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0C92F-4318-62E5-7976-2EE02F714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2B3540-9EB2-0188-6A2B-110224F50B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252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0754A9-3205-0286-268F-F054EF7947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ADF989-E28A-5FDE-92B0-6A6EBD5864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02928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3E0A12-36D5-7167-0581-BBB00B099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DCE7D0-C8BB-B521-10D6-5B5AA52D7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3891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defRPr sz="1800" kern="1200">
          <a:solidFill>
            <a:schemeClr val="tx1"/>
          </a:solidFill>
          <a:latin typeface="+mn-lt"/>
          <a:ea typeface="+mn-ea"/>
          <a:cs typeface="+mn-cs"/>
        </a:defRPr>
        <a:buChar char="•"/>
      </a:lvl1pPr>
      <a:lvl2pPr marL="822960" indent="-274320" algn="l" defTabSz="109728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defRPr sz="1500" kern="1200">
          <a:solidFill>
            <a:schemeClr val="tx1"/>
          </a:solidFill>
          <a:latin typeface="+mn-lt"/>
          <a:ea typeface="+mn-ea"/>
          <a:cs typeface="+mn-cs"/>
        </a:defRPr>
        <a:buChar char="–"/>
      </a:lvl2pPr>
      <a:lvl3pPr marL="1371600" indent="-274320" algn="l" defTabSz="1097280" rtl="0" eaLnBrk="1" latinLnBrk="0" hangingPunct="1">
        <a:lnSpc>
          <a:spcPct val="110000"/>
        </a:lnSpc>
        <a:spcBef>
          <a:spcPts val="400"/>
        </a:spcBef>
        <a:buFont typeface="Arial" panose="020B0604020202020204" pitchFamily="34" charset="0"/>
        <a:defRPr sz="1500" kern="1200">
          <a:solidFill>
            <a:schemeClr val="tx1"/>
          </a:solidFill>
          <a:latin typeface="+mn-lt"/>
          <a:ea typeface="+mn-ea"/>
          <a:cs typeface="+mn-cs"/>
        </a:defRPr>
        <a:buChar char="–"/>
      </a:lvl3pPr>
      <a:lvl4pPr marL="1920240" indent="-274320" algn="l" defTabSz="109728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defRPr sz="1400" kern="1200">
          <a:solidFill>
            <a:schemeClr val="tx1"/>
          </a:solidFill>
          <a:latin typeface="+mn-lt"/>
          <a:ea typeface="+mn-ea"/>
          <a:cs typeface="+mn-cs"/>
        </a:defRPr>
        <a:buChar char="–"/>
      </a:lvl4pPr>
      <a:lvl5pPr marL="2468880" indent="-274320" algn="l" defTabSz="109728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defRPr sz="1400" kern="1200">
          <a:solidFill>
            <a:schemeClr val="tx1"/>
          </a:solidFill>
          <a:latin typeface="+mn-lt"/>
          <a:ea typeface="+mn-ea"/>
          <a:cs typeface="+mn-cs"/>
        </a:defRPr>
        <a:buChar char="–"/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05000"/>
              </a:lnSpc>
              <a:defRPr sz="4000" b="1"/>
            </a:pPr>
            <a:r>
              <a:t>OpenClaw CVEs and EDAMAME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00000"/>
              </a:lnSpc>
              <a:defRPr sz="2000"/>
            </a:pPr>
            <a:r>
              <a:t>How EDAMAME detects and mitigates real agentic CVEs | EDAMAME Technologies |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05000"/>
              </a:lnSpc>
              <a:defRPr sz="4000" b="1"/>
            </a:pPr>
            <a:r>
              <a:t>OpenClaw CVE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10000"/>
              </a:lnSpc>
              <a:defRPr b="1" sz="2400"/>
            </a:pPr>
            <a:r>
              <a:t>Critical CVEs</a:t>
            </a:r>
          </a:p>
          <a:p>
            <a:pPr>
              <a:buChar char="•"/>
            </a:pPr>
            <a:r>
              <a:t>CVE-2026-24763 -- PATH injection runs attacker binaries in sandbox</a:t>
            </a:r>
          </a:p>
          <a:p>
            <a:pPr>
              <a:buChar char="•"/>
            </a:pPr>
            <a:r>
              <a:t>CVE-2026-25253 -- Malicious URL steals browser token and triggers RCE</a:t>
            </a:r>
          </a:p>
          <a:p>
            <a:pPr>
              <a:buChar char="•"/>
            </a:pPr>
            <a:r>
              <a:t>CVE-2025-52882 -- WebSocket auth bypass enables credential theft</a:t>
            </a:r>
          </a:p>
          <a:p>
            <a:pPr>
              <a:buChar char="•"/>
            </a:pPr>
            <a:r>
              <a:t>CVE-2025-59536 -- Config hook spawns attacker processes before auth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10000"/>
              </a:lnSpc>
              <a:defRPr b="1" sz="2400"/>
            </a:pPr>
            <a:r>
              <a:t>Additional CVEs</a:t>
            </a:r>
          </a:p>
          <a:p>
            <a:pPr>
              <a:buChar char="•"/>
            </a:pPr>
            <a:r>
              <a:t>CVE-2026-2256 -- Command injection for AI-driven lateral movement</a:t>
            </a:r>
          </a:p>
          <a:p>
            <a:pPr>
              <a:buChar char="•"/>
            </a:pPr>
            <a:r>
              <a:t>CVE-2026-21852 -- Config redirect exfiltrates API keys</a:t>
            </a:r>
          </a:p>
          <a:p>
            <a:pPr>
              <a:buChar char="•"/>
            </a:pPr>
            <a:r>
              <a:t>VirusTotal -- weaponized skills steal creds via file reads + egress</a:t>
            </a:r>
          </a:p>
          <a:p>
            <a:pPr>
              <a:buChar char="•"/>
            </a:pPr>
            <a:r>
              <a:t>STRIKE -- network-exposed gateways expose agent control plane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05000"/>
              </a:lnSpc>
              <a:defRPr sz="4000" b="1"/>
            </a:pPr>
            <a:r>
              <a:t>CVE-2026-24763: PATH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10000"/>
              </a:lnSpc>
              <a:defRPr b="1" sz="2400"/>
            </a:pPr>
            <a:r>
              <a:t>Attack Mechanism</a:t>
            </a:r>
          </a:p>
          <a:p>
            <a:pPr>
              <a:buChar char="•"/>
            </a:pPr>
            <a:r>
              <a:t>Attacker places binary in PATH before legitimate tool</a:t>
            </a:r>
          </a:p>
          <a:p>
            <a:pPr>
              <a:buChar char="•"/>
            </a:pPr>
            <a:r>
              <a:t>Agent executes compromised binary in trusted sandbox</a:t>
            </a:r>
          </a:p>
          <a:p>
            <a:pPr>
              <a:buChar char="•"/>
            </a:pPr>
            <a:r>
              <a:t>Outbound traffic from /tmp process lineage observed</a:t>
            </a:r>
          </a:p>
          <a:p>
            <a:pPr>
              <a:buChar char="•"/>
            </a:pPr>
            <a:r>
              <a:t>Static pre-install scanning cannot detect runtime substitution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10000"/>
              </a:lnSpc>
              <a:defRPr b="1" sz="2400"/>
            </a:pPr>
            <a:r>
              <a:t>EDAMAME Detection</a:t>
            </a:r>
          </a:p>
          <a:p>
            <a:pPr>
              <a:buChar char="•"/>
            </a:pPr>
            <a:r>
              <a:t>L7 process attribution links outbound traffic to /tmp binary</a:t>
            </a:r>
          </a:p>
          <a:p>
            <a:pPr>
              <a:buChar char="•"/>
            </a:pPr>
            <a:r>
              <a:t>Safety-floor rule rejects non-standard lineage paths</a:t>
            </a:r>
          </a:p>
          <a:p>
            <a:pPr>
              <a:buChar char="•"/>
            </a:pPr>
            <a:r>
              <a:t>Divergence engine: expected tool vs observed /tmp process</a:t>
            </a:r>
          </a:p>
          <a:p>
            <a:pPr>
              <a:buChar char="•"/>
            </a:pPr>
            <a:r>
              <a:t>Result: DIVERGENCE verdict + advisor todo for operator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05000"/>
              </a:lnSpc>
              <a:defRPr sz="4000" b="1"/>
            </a:pPr>
            <a:r>
              <a:t>CVE-2026-25253: Token Exfiltration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10000"/>
              </a:lnSpc>
              <a:defRPr b="1" sz="2400"/>
            </a:pPr>
            <a:r>
              <a:t>Attack Mechanism</a:t>
            </a:r>
          </a:p>
          <a:p>
            <a:pPr>
              <a:buChar char="•"/>
            </a:pPr>
            <a:r>
              <a:t>Malicious URL triggers browser token read</a:t>
            </a:r>
          </a:p>
          <a:p>
            <a:pPr>
              <a:buChar char="•"/>
            </a:pPr>
            <a:r>
              <a:t>Token exfiltrated via outbound TLS to attacker</a:t>
            </a:r>
          </a:p>
          <a:p>
            <a:pPr>
              <a:buChar char="•"/>
            </a:pPr>
            <a:r>
              <a:t>Gateway RCE possible with stolen token</a:t>
            </a:r>
          </a:p>
          <a:p>
            <a:pPr>
              <a:buChar char="•"/>
            </a:pPr>
            <a:r>
              <a:t>Single URL click initiates full attack chain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10000"/>
              </a:lnSpc>
              <a:defRPr b="1" sz="2400"/>
            </a:pPr>
            <a:r>
              <a:t>EDAMAME Detection</a:t>
            </a:r>
          </a:p>
          <a:p>
            <a:pPr>
              <a:buChar char="•"/>
            </a:pPr>
            <a:r>
              <a:t>Session tracking: anomalous outbound after token access</a:t>
            </a:r>
          </a:p>
          <a:p>
            <a:pPr>
              <a:buChar char="•"/>
            </a:pPr>
            <a:r>
              <a:t>Behavioral model: no outbound predicted, TLS observed</a:t>
            </a:r>
          </a:p>
          <a:p>
            <a:pPr>
              <a:buChar char="•"/>
            </a:pPr>
            <a:r>
              <a:t>Credential access + outbound = compound signal</a:t>
            </a:r>
          </a:p>
          <a:p>
            <a:pPr>
              <a:buChar char="•"/>
            </a:pPr>
            <a:r>
              <a:t>Non-downgradable: blacklisted destination blocks override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05000"/>
              </a:lnSpc>
              <a:defRPr sz="4000" b="1"/>
            </a:pPr>
            <a:r>
              <a:t>STRIKE and VirusTotal Threats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10000"/>
              </a:lnSpc>
              <a:defRPr b="1" sz="2400"/>
            </a:pPr>
            <a:r>
              <a:t>STRIKE: Gateway Exposure</a:t>
            </a:r>
          </a:p>
          <a:p>
            <a:pPr>
              <a:buChar char="•"/>
            </a:pPr>
            <a:r>
              <a:t>STRIKE: gateway binds 0.0.0.0 exposing MCP to LAN</a:t>
            </a:r>
          </a:p>
          <a:p>
            <a:pPr>
              <a:buChar char="•"/>
            </a:pPr>
            <a:r>
              <a:t>Any LAN host can invoke agent tools via exposed port</a:t>
            </a:r>
          </a:p>
          <a:p>
            <a:pPr>
              <a:buChar char="•"/>
            </a:pPr>
            <a:r>
              <a:t>No authentication on default gateway config</a:t>
            </a:r>
          </a:p>
          <a:p>
            <a:pPr>
              <a:buChar char="•"/>
            </a:pPr>
            <a:r>
              <a:t>LAN neighbors list reveals exposure scope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10000"/>
              </a:lnSpc>
              <a:defRPr b="1" sz="2400"/>
            </a:pPr>
            <a:r>
              <a:t>VirusTotal: Weaponized Skills</a:t>
            </a:r>
          </a:p>
          <a:p>
            <a:pPr>
              <a:buChar char="•"/>
            </a:pPr>
            <a:r>
              <a:t>Weaponized skills read credential files silently</a:t>
            </a:r>
          </a:p>
          <a:p>
            <a:pPr>
              <a:buChar char="•"/>
            </a:pPr>
            <a:r>
              <a:t>Creds exfiltrated via allowed outbound channels</a:t>
            </a:r>
          </a:p>
          <a:p>
            <a:pPr>
              <a:buChar char="•"/>
            </a:pPr>
            <a:r>
              <a:t>File-read + egress pattern is the compound signal</a:t>
            </a:r>
          </a:p>
          <a:p>
            <a:pPr>
              <a:buChar char="•"/>
            </a:pPr>
            <a:r>
              <a:t>L7 open_files field provides evidence chain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05000"/>
              </a:lnSpc>
              <a:defRPr sz="4000" b="1"/>
            </a:pPr>
            <a:r>
              <a:t>WebSocket and Config Hook CVEs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10000"/>
              </a:lnSpc>
              <a:defRPr b="1" sz="2400"/>
            </a:pPr>
            <a:r>
              <a:t>WebSocket Hijack</a:t>
            </a:r>
          </a:p>
          <a:p>
            <a:pPr>
              <a:buChar char="•"/>
            </a:pPr>
            <a:r>
              <a:t>CVE-2025-52882: WebSocket server lacks authentication</a:t>
            </a:r>
          </a:p>
          <a:p>
            <a:pPr>
              <a:buChar char="•"/>
            </a:pPr>
            <a:r>
              <a:t>Browser JS can connect and invoke privileged operations</a:t>
            </a:r>
          </a:p>
          <a:p>
            <a:pPr>
              <a:buChar char="•"/>
            </a:pPr>
            <a:r>
              <a:t>SSH key read + anomalous outbound TLS is compound evidence</a:t>
            </a:r>
          </a:p>
          <a:p>
            <a:pPr>
              <a:buChar char="•"/>
            </a:pPr>
            <a:r>
              <a:t>Anomaly ML flags unusual destination as supporting signal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10000"/>
              </a:lnSpc>
              <a:defRPr b="1" sz="2400"/>
            </a:pPr>
            <a:r>
              <a:t>Config Hook RCE</a:t>
            </a:r>
          </a:p>
          <a:p>
            <a:pPr>
              <a:buChar char="•"/>
            </a:pPr>
            <a:r>
              <a:t>CVE-2025-59536: config hook runs before user authenticates</a:t>
            </a:r>
          </a:p>
          <a:p>
            <a:pPr>
              <a:buChar char="•"/>
            </a:pPr>
            <a:r>
              <a:t>/tmp script spawns curl loop to attacker endpoint</a:t>
            </a:r>
          </a:p>
          <a:p>
            <a:pPr>
              <a:buChar char="•"/>
            </a:pPr>
            <a:r>
              <a:t>L7 matches not_expected_process_paths (curl) and /tmp parent</a:t>
            </a:r>
          </a:p>
          <a:p>
            <a:pPr>
              <a:buChar char="•"/>
            </a:pPr>
            <a:r>
              <a:t>Safety-floor catches pre-auth process injection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_openclaw_fallback_title__"/>
          <p:cNvSpPr txBox="1"/>
          <p:nvPr/>
        </p:nvSpPr>
        <p:spPr>
          <a:xfrm>
            <a:off x="731520" y="219456"/>
            <a:ext cx="1097280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defRPr sz="4000" b="1"/>
            </a:pPr>
            <a:r>
              <a:t>Two-Plane Detection Architecture</a:t>
            </a:r>
          </a:p>
        </p:txBody>
      </p:sp>
      <p:pic>
        <p:nvPicPr>
          <p:cNvPr id="3" name="Picture 2" descr="fig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930" y="1645920"/>
            <a:ext cx="615254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05000"/>
              </a:lnSpc>
              <a:defRPr sz="4000" b="1"/>
            </a:pPr>
            <a:r>
              <a:t>EDAMAME Detection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buChar char="•"/>
            </a:pPr>
            <a:r>
              <a:t>Network sessions with L7 process attribution (PID, cmdline, open_files)</a:t>
            </a:r>
          </a:p>
          <a:p>
            <a:pPr>
              <a:buChar char="•"/>
            </a:pPr>
            <a:r>
              <a:t>ML anomaly detection (Extended Isolation Forest, 12 dimensions)</a:t>
            </a:r>
          </a:p>
          <a:p>
            <a:pPr>
              <a:buChar char="•"/>
            </a:pPr>
            <a:r>
              <a:t>Blacklist/whitelist matching against known-bad IPs and domains</a:t>
            </a:r>
          </a:p>
          <a:p>
            <a:pPr>
              <a:buChar char="•"/>
            </a:pPr>
            <a:r>
              <a:t>LAN topology awareness for lateral movement detection</a:t>
            </a:r>
          </a:p>
          <a:p>
            <a:pPr>
              <a:buChar char="•"/>
            </a:pPr>
            <a:r>
              <a:t>Behavioral model correlation: declared intent vs observed reality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_openclaw_fallback_title__"/>
          <p:cNvSpPr txBox="1"/>
          <p:nvPr/>
        </p:nvSpPr>
        <p:spPr>
          <a:xfrm>
            <a:off x="731520" y="219456"/>
            <a:ext cx="1097280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defRPr sz="4000" b="1"/>
            </a:pPr>
            <a:r>
              <a:t>L7 Process Attribution</a:t>
            </a:r>
          </a:p>
        </p:txBody>
      </p:sp>
      <p:pic>
        <p:nvPicPr>
          <p:cNvPr id="3" name="Picture 2" descr="fig3_l7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2184" y="1645920"/>
            <a:ext cx="8246032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05000"/>
              </a:lnSpc>
              <a:defRPr sz="4000" b="1"/>
            </a:pPr>
            <a:r>
              <a:t>Detection Results by CVE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10000"/>
              </a:lnSpc>
              <a:defRPr b="1" sz="2400"/>
            </a:pPr>
            <a:r>
              <a:t>Automated Detection</a:t>
            </a:r>
          </a:p>
          <a:p>
            <a:pPr>
              <a:buChar char="•"/>
            </a:pPr>
            <a:r>
              <a:t>CVE-2026-24763: Recall 1.000, Precision 1.000 (process lineage)</a:t>
            </a:r>
          </a:p>
          <a:p>
            <a:pPr>
              <a:buChar char="•"/>
            </a:pPr>
            <a:r>
              <a:t>CVE-2026-25253: Recall 0.990, Precision 1.000 (token exfil)</a:t>
            </a:r>
          </a:p>
          <a:p>
            <a:pPr>
              <a:buChar char="•"/>
            </a:pPr>
            <a:r>
              <a:t>CVE-2025-52882: Recall 1.000, Precision 1.000 (WebSocket)</a:t>
            </a:r>
          </a:p>
          <a:p>
            <a:pPr>
              <a:buChar char="•"/>
            </a:pPr>
            <a:r>
              <a:t>CVE-2025-59536: Recall 1.000, Precision 1.000 (hook RCE)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10000"/>
              </a:lnSpc>
              <a:defRPr b="1" sz="2400"/>
            </a:pPr>
            <a:r>
              <a:t>Extended Coverage</a:t>
            </a:r>
          </a:p>
          <a:p>
            <a:pPr>
              <a:buChar char="•"/>
            </a:pPr>
            <a:r>
              <a:t>CVE-2026-2256: DEFERRED (requires LAN device injection API)</a:t>
            </a:r>
          </a:p>
          <a:p>
            <a:pPr>
              <a:buChar char="•"/>
            </a:pPr>
            <a:r>
              <a:t>CVE-2026-21852: Recall 1.000, Precision 1.000 (config exfil)</a:t>
            </a:r>
          </a:p>
          <a:p>
            <a:pPr>
              <a:buChar char="•"/>
            </a:pPr>
            <a:r>
              <a:t>VirusTotal skills: Recall 1.000 (credential theft pattern)</a:t>
            </a:r>
          </a:p>
          <a:p>
            <a:pPr>
              <a:buChar char="•"/>
            </a:pPr>
            <a:r>
              <a:t>STRIKE: Detected via LAN open-port + gateway bind check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05000"/>
              </a:lnSpc>
              <a:defRPr sz="4000" b="1"/>
            </a:pPr>
            <a:r>
              <a:t>Three-Loop Separation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buChar char="•"/>
            </a:pPr>
            <a:r>
              <a:t>Divergence loop -- correlates behavioral model vs live telemetry</a:t>
            </a:r>
          </a:p>
          <a:p>
            <a:pPr>
              <a:buChar char="•"/>
            </a:pPr>
            <a:r>
              <a:t>Safety-floor loop -- model-independent guardrails (CVE, lineage, creds)</a:t>
            </a:r>
          </a:p>
          <a:p>
            <a:pPr>
              <a:buChar char="•"/>
            </a:pPr>
            <a:r>
              <a:t>Advisor loop -- operator-facing todos with reversible remediation actions</a:t>
            </a:r>
          </a:p>
          <a:p>
            <a:pPr>
              <a:buChar char="•"/>
            </a:pPr>
            <a:r>
              <a:t>Critical signals (blacklisted, /tmp lineage) are non-downgradable</a:t>
            </a:r>
          </a:p>
          <a:p>
            <a:pPr>
              <a:buChar char="•"/>
            </a:pPr>
            <a:r>
              <a:t>LLM cannot reclassify blacklisted sessions or override safety-floor verdicts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05000"/>
              </a:lnSpc>
              <a:defRPr sz="4000" b="1"/>
            </a:pPr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buChar char="•"/>
            </a:pPr>
            <a:r>
              <a:t>Every OpenClaw CVE maps to a concrete EDAMAME detection rule</a:t>
            </a:r>
          </a:p>
          <a:p>
            <a:pPr>
              <a:buChar char="•"/>
            </a:pPr>
            <a:r>
              <a:t>L7 process attribution is the differentiator: destination-only checks are insufficient</a:t>
            </a:r>
          </a:p>
          <a:p>
            <a:pPr>
              <a:buChar char="•"/>
            </a:pPr>
            <a:r>
              <a:t>Compound signals (file access + outbound traffic) catch credential theft patterns</a:t>
            </a:r>
          </a:p>
          <a:p>
            <a:pPr>
              <a:buChar char="•"/>
            </a:pPr>
            <a:r>
              <a:t>Observer-owned state prevents model poisoning and verdict tampering</a:t>
            </a:r>
          </a:p>
          <a:p>
            <a:pPr>
              <a:buChar char="•"/>
            </a:pPr>
            <a:r>
              <a:t>Practical early-warning: Precision 1.000, Recall 0.911 on 468 live runs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Personnalisé 1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9460AE"/>
      </a:accent3>
      <a:accent4>
        <a:srgbClr val="A86DC5"/>
      </a:accent4>
      <a:accent5>
        <a:srgbClr val="BF7CE8"/>
      </a:accent5>
      <a:accent6>
        <a:srgbClr val="7E5292"/>
      </a:accent6>
      <a:hlink>
        <a:srgbClr val="99CA3C"/>
      </a:hlink>
      <a:folHlink>
        <a:srgbClr val="B9D181"/>
      </a:folHlink>
    </a:clrScheme>
    <a:fontScheme name="Test">
      <a:majorFont>
        <a:latin typeface="Roboto Mon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809A30AC-0BEF-A740-99D1-4AA8DA56CBDA}" vid="{6A69BB33-F9C6-FD4C-9A07-851D030EB3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f9d757e-c7e3-409a-bee7-36ffc3c51dcc" xsi:nil="true"/>
    <lcf76f155ced4ddcb4097134ff3c332f xmlns="e959d93a-718b-4f33-b09f-0cb8a1aef6b9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A4653069C75E43880ECA5CEC1D6B28" ma:contentTypeVersion="14" ma:contentTypeDescription="Create a new document." ma:contentTypeScope="" ma:versionID="51136263fa3b99cfc78dca01fda0be06">
  <xsd:schema xmlns:xsd="http://www.w3.org/2001/XMLSchema" xmlns:xs="http://www.w3.org/2001/XMLSchema" xmlns:p="http://schemas.microsoft.com/office/2006/metadata/properties" xmlns:ns2="e959d93a-718b-4f33-b09f-0cb8a1aef6b9" xmlns:ns3="2f9d757e-c7e3-409a-bee7-36ffc3c51dcc" targetNamespace="http://schemas.microsoft.com/office/2006/metadata/properties" ma:root="true" ma:fieldsID="bfe4e6825db98e2074db7e4ab952c674" ns2:_="" ns3:_="">
    <xsd:import namespace="e959d93a-718b-4f33-b09f-0cb8a1aef6b9"/>
    <xsd:import namespace="2f9d757e-c7e3-409a-bee7-36ffc3c51dcc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CR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59d93a-718b-4f33-b09f-0cb8a1aef6b9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6e2ac0db-15a6-401a-add6-810a84a4ad9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9d757e-c7e3-409a-bee7-36ffc3c51dcc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09c43280-335d-494d-99a1-3017a5a73135}" ma:internalName="TaxCatchAll" ma:showField="CatchAllData" ma:web="2f9d757e-c7e3-409a-bee7-36ffc3c51d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BD889FF-A406-4DF3-860C-3293EAC4C397}">
  <ds:schemaRefs>
    <ds:schemaRef ds:uri="http://www.w3.org/XML/1998/namespace"/>
    <ds:schemaRef ds:uri="http://schemas.microsoft.com/office/infopath/2007/PartnerControls"/>
    <ds:schemaRef ds:uri="http://purl.org/dc/dcmitype/"/>
    <ds:schemaRef ds:uri="2f9d757e-c7e3-409a-bee7-36ffc3c51dcc"/>
    <ds:schemaRef ds:uri="http://schemas.microsoft.com/office/2006/documentManagement/types"/>
    <ds:schemaRef ds:uri="http://purl.org/dc/terms/"/>
    <ds:schemaRef ds:uri="e959d93a-718b-4f33-b09f-0cb8a1aef6b9"/>
    <ds:schemaRef ds:uri="http://purl.org/dc/elements/1.1/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7A1568DA-B847-4AA6-B0B3-3992BBF103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959d93a-718b-4f33-b09f-0cb8a1aef6b9"/>
    <ds:schemaRef ds:uri="2f9d757e-c7e3-409a-bee7-36ffc3c51d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BBD64A3-0B1C-4899-8441-7BDC688890F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9964</TotalTime>
  <Words>2574</Words>
  <Application>Microsoft Macintosh PowerPoint</Application>
  <PresentationFormat>Custom</PresentationFormat>
  <Paragraphs>349</Paragraphs>
  <Slides>17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Roboto</vt:lpstr>
      <vt:lpstr>Arial</vt:lpstr>
      <vt:lpstr>Aptos</vt:lpstr>
      <vt:lpstr>Roboto Mono</vt:lpstr>
      <vt:lpstr>Roboto Mono Medium</vt:lpstr>
      <vt:lpstr>1_Office Theme</vt:lpstr>
      <vt:lpstr>Developer-First and Agent-First Endpoint Security and Access</vt:lpstr>
      <vt:lpstr>Why Now: AI Agents Reshape Dev Security </vt:lpstr>
      <vt:lpstr>Problem: Securing AI-Era Dev Infrastructure Is Critical Yet Very Hard</vt:lpstr>
      <vt:lpstr>The Solution: SDLC-Native Zero Trust</vt:lpstr>
      <vt:lpstr>How It Works: AI Security on Every Endpoint</vt:lpstr>
      <vt:lpstr>How It Works: Full Control of Access to Code and Secrets by Humans, Agents, and Machines</vt:lpstr>
      <vt:lpstr>Why We Win: SDLC-Native Security</vt:lpstr>
      <vt:lpstr>Go-to-Market: Dual-Track Strategy Starting Q1 2026</vt:lpstr>
      <vt:lpstr>Traction: Early Validation (US &amp; EU)</vt:lpstr>
      <vt:lpstr>Market Opportunity</vt:lpstr>
      <vt:lpstr>Business Model &amp; ROI</vt:lpstr>
      <vt:lpstr>Team: WW Innovators and Entrepreneurs</vt:lpstr>
      <vt:lpstr>The Ask: $600K SAFE Fuels Dual-Track GTM</vt:lpstr>
      <vt:lpstr>Backups</vt:lpstr>
      <vt:lpstr>AI Security Lets Users and Agents Be Their Own CISO</vt:lpstr>
      <vt:lpstr>Two-Plane Security Model for Coding Agents (arXiv paper)</vt:lpstr>
      <vt:lpstr>Zero Trust With Decentralized Privacy Preserving Tamper Resistant Remote Certification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Frank Lyonnet</cp:lastModifiedBy>
  <cp:revision>1</cp:revision>
  <dcterms:created xsi:type="dcterms:W3CDTF">2025-03-03T17:02:52Z</dcterms:created>
  <dcterms:modified xsi:type="dcterms:W3CDTF">2026-03-10T12:11:47Z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0x01010046A4653069C75E43880ECA5CEC1D6B28</vt:lpwstr>
  </property>
  <property fmtid="{D5CDD505-2E9C-101B-9397-08002B2CF9AE}" pid="3" name="MediaServiceImageTags">
    <vt:lpwstr/>
  </property>
</Properties>
</file>